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UPMS Ticket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{{meta.company}}</a:t>
            </a:r>
          </a:p>
          <a:p>
            <a:r>
              <a:t>Source: {{meta.itsm_source}}</a:t>
            </a:r>
          </a:p>
          <a:p>
            <a:r>
              <a:t>As Of: {{meta.as_of_date}}</a:t>
            </a:r>
          </a:p>
          <a:p>
            <a:r>
              <a:t>Tickets: {{kpi.ticket_count}}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{{start per ticket State!=Closed scope=slide}}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Ticket {{ticket.Number}}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49807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Summary: {{ticket.Short_Description}}</a:t>
            </a:r>
          </a:p>
          <a:p>
            <a:pPr>
              <a:defRPr sz="1800"/>
            </a:pPr>
            <a:r>
              <a:t>State: {{ticket.State}}</a:t>
            </a:r>
          </a:p>
          <a:p>
            <a:pPr>
              <a:defRPr sz="1800"/>
            </a:pPr>
            <a:r>
              <a:t>Priority: {{ticket.Priority}}</a:t>
            </a:r>
          </a:p>
          <a:p>
            <a:pPr>
              <a:defRPr sz="1800"/>
            </a:pPr>
            <a:r>
              <a:t>Assigned To: {{ticket.Assigned_To}}</a:t>
            </a:r>
          </a:p>
          <a:p>
            <a:pPr>
              <a:defRPr sz="1800"/>
            </a:pPr>
            <a:r>
              <a:t>Description: {{ticket.Description}}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{{end per ticket}}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